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we're Team T010NG. Tolong is Malay for help. We're in Domain 1, the future-ready workforce, and we built Kotak. It shows a worker what AI is changing in their job, and what to learn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mid-July 2026, 52,607 Malaysians had lost their jobs, about 270 a day. Half were professionals, managers, executives or technicians; in 1998 and 2009 production workers were hit hardest. This time, it's the office. The minister says AI isn't a main cause yet, but ISIS Malaysia found the most AI-exposed jobs see 69% more job losses than average. 56% of Malaysian professionals use AI at work; only 26% have been trained.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Kotak is for working adults in AI-exposed digital jobs: developers, QA testers and UI/UX designers, the week AI tools arrive at work. HR and L&amp;D managers at HRD Corp levy-paying employers pay. Aina is a sample persona; her manager asks which training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course list can't answer that. Kotak can, in a three-minute check-up: 12 questions, no CV. She leaves with a dated plan: which skill first, the hours each week, a free step for each skill, and her employer's funding route. And it covers all six must-haves in the Domain 1 brief, from a dated trend layer to SDG tags.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decides, AI explains. Answer 12 questions; fixed rules compare them with dated public data; you get a radar, ranked roles and a plan. AI never sets a verdict.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Courses are the supply; Kotak sets the priority. Of the tools we reviewed, only Kotak has a dated AI trend per skill, visible fixed maths, a timed plan to a fit target, a funding route, and an MCP server: the tool a chatbot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a worker, the gain is plain: three minutes, a plan to 80% fit, and nothing to pay, across 923 jobs. For Malaysia, the levy already funds training; Kotak helps aim it at the rising skills. That's SDG 4.4: skills for decent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Workers use Kotak free. Employers pay for a team view: RM5 per worker a month. For a developer on the median advertised pay the levy is RM63 a month, so Kotak costs under a tenth of it. Agencies license anonymous national totals. Prices to test, not contracts; the team view is our next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halves share one rulebook. Every week, dated public data becomes a snapshot; every day, new JobStreet ads come in, Claude sorts them and a person checks them. RunPod drafted skills and questions for 923 jobs in 13 minutes. In the app, the rules run in your browser. Claude Haiku explains, and a check rejects any explanation that changes a verdict. Live on Replit; over 120 automated tests pass on every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Aina doesn't need another course list. She needs to know where to start. Kotak is Malay for box. Data decides. AI explains. We're Team T010NG.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