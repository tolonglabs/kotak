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Kotak is for software and digital workers in Malaysia. We focus on developers, testers and designers at employers that pay the HRD Corp levy. They get a plan for what to learn next. We are Team T010NG. The build is live on Replit.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national figures, not figures for software workers alone. Hays reports 56 percent use AI and 26 percent have formal training. TalentCorp projects 620,000 workers affected in the sectors studied. World Bank and ISIS Malaysia report 28 percent highly exposed. Our moment is a manager deciding what training to fund as AI coding tools arrive.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Aina is a sample persona. We invented her for this pitch. She is a front-end developer in Kuala Lumpur. Her employer pays the HRD Corp levy. The company rolls out AI coding tools. Her manager asks what training to fund this year. She needs a plan she can show him. The engine covers 923 jobs. Our first group is software and digital workers.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Aina leaves with a dated plan. This sample starts on 2 November 2026 and ends on 24 January 2027. Code review takes three hours a week. Accessibility and practice take four. The fast scenario adds two hours for testing. GitHub Skills, W3C WAI, MDN and freeCodeCamp are free. Other roles show unchecked search suggestions. The funding card tells a levy-paying employer to apply before training and claim only approved costs. The screenshot is the existing sample build. These cost and funding labels are part of the sample-plan update.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snapshots feed fixed rules. The browser sets verdicts, scores and plan order. RunPod drafts skills and questions offline. Claude explains the cited rows. Kopi reads its lines aloud. Text and mute stay available. AI never sets a verdict. If it fails, a fixed template answers. Split and Unknown are valid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sample-data demo. Keep the same profile and answers. Change April to May. Testing moves from Split to Rising. Design Systems moves from Steady to Rising. The sample top match is Design Systems Developer at 74 percent. The roadmap adds testing. The sample shows how a new snapshot changes the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screens from the prototype. The check-up starts with who the worker is: their situation, study, job and goal. Then the radar, roles and roadmap form the loop. Each role says why it is there, and the highlighted one says why Kopi picked it. The national view is built too. It hides groups smaller than ten. The app has phone and desktop layouts. Screens with sample data carry the Sample Data label.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MyMahir maps roles and skills. LinkedIn compares skills across roles. MasterClass offers expert video courses by subscription. ReSkills is a Malaysian subscription platform for live online classes. Its provider claim is attributed to NST in 2021. e-LATiH offers free and premium courses. They offer courses. Kotak tells you which skill to learn first and why now, then points you to them. The dated rules and timed plan are our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SDG target 4.4 concerns skills for work. DOSM provides the Malaysia baseline through the UN SDG API. Our target is a sourced roadmap in under three minutes, with no uncited recommendations. The seeded-profile checks are technical tests. They are not user research or proof of job placements. We measure whether a worker gets a dated plan they can start.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Workers use Kotak free. Employers are the payer. Next, they pay Kotak for a team view that helps them decide where to spend their training levy. That view is not built yet. The levy is separate from payment for Kotak. Registered employers pay one percent of wages plus fixed allowances each month, or half a percent in the optional category. They apply before training and claim approved costs. The HRD Corp FAQ is the source. Agencies get the built anonymous national view, for groups of ten or more. An employer's own HR assistant can call the same rules through MCP. Grants are a route to explore.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runs the rules over committed snapshots. A Cloudflare Worker serves the app and API. Neon stores anonymous national totals. Claude Haiku 5.5 explains the results; this matches the code. Live2D animates Kopi. ElevenLabs supplies cached voice. RunPod supports the batch build. Replit hosts the live demo. Cached answers and fixed text keep the verdict unchanged when Claude fails.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Try the live demo with the sample profile. The demo QR opens the app. The code QR opens the Kotak repository. Connect Your AI is at slash app slash connect. Copy the MCP setup there. Your assistant calls the same rules as the web app. Data decides. AI explains.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Kotak pitch deck</dc:title>
  <dc:subject>T010NG · SDC Hackathon 2026 · Domain 1</dc:subject>
  <dc:creator>Team T010NG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