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we're Team T010NG. Tolong is Malay for help. We're in Domain 1, the future-ready workforce, and we built Kotak. It shows a worker what AI is changing in their job, and what to learn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mid-July 2026, 52,607 Malaysians had lost their jobs, about 270 a day. Half were professionals, managers, executives or technicians; in 1998 and 2009 production workers were hit hardest. This time, it's the office. The minister says AI isn't a main cause yet, but ISIS Malaysia found the most AI-exposed jobs see 69% more job losses than average. 56% of Malaysian professionals use AI at work; only 26% have been trained.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Kotak is for working adults in AI-exposed digital jobs: developers, QA testers and UI/UX designers, the week AI tools arrive at work. HR and L&amp;D managers at HRD Corp levy-paying employers pay. Aina is a sample persona; her manager asks which training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 1 asks for six must-haves, and Kotak delivers each: a 12-question intake, a dated AI-trend layer, ranked roles with a fit score and gap, a dated plan to 80% fit with the funding route, SDG tags on every role and step, and slow and fast AI-uptake targets labelled as estimates. Beyond the brief: What Changed, Ask Kopi and MCP.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decides, AI explains. Answer 12 questions; fixed rules compare them with dated public data; you get a radar, ranked roles and a plan. AI never sets a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Courses are the supply; Kotak sets the priority. Of the tools we reviewed, only Kotak has a dated AI trend per skill, visible fixed maths, a timed plan to a fit target, a funding route, and an MCP server: the tool a chatbot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 worker walks away with: ranked roles and a dated plan in 3 minutes; for Aina, 80% fit by week 35 at 10 hours a week; 923 jobs covered; free for workers. Our mission: every Malaysian worker knows what AI changes in their job, and what to learn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Workers use Kotak free. Employers pay for a team view: RM5 per worker a month. For a developer on the median advertised pay the levy is RM63 a month, so Kotak costs under a tenth of it. Agencies license anonymous national totals. Prices to test, not contracts; the team view is our next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halves, one rulebook, no guessing. The data half builds dated snapshots; the product half runs the same rules in the browser and over MCP. AI only explains, and a check rejects any explanation that changes a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Aina doesn't need another course list. She needs to know where to start. Kotak is Malay for box. Data decides. AI explains. We're Team T010NG.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