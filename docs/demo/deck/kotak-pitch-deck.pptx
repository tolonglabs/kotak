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Kotak, Team T010NG, Domain 1. One line: every Malaysian worker can see what AI does to their job and what to learn next. Five builders; I am Hee Zi Jie, product lead. The live build is on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56 and 26 are Hays Asia Salary Guide 2025 via the Domain 1 brief. 620,000 and 18% are TalentCorp's Impact Study. 28% is World Bank and ISIS Malaysia. Three different scopes, each labelled. The gap is not awareness; it is a dated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user is a working adult in any industry, with a worry and a few minutes, usually on a phone. Three modes: stay strong, move to a target role, or find where to go. The second reader is TalentCorp or HRD Corp.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yes or no can-do questions. Six skills built from the job's own tasks. Three ranked roles. A 12-week plan of free steps with a finish date. About three minutes. All six must-haves are on this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core. Snapshots are dated. Rules set every verdict, score and order in the browser. AI does three jobs: drafts questions offline, explains from cited rows, and voices Kopi. It never sets a verdict. Split and Unknown are valid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live demo moment. Same profile, same rules, only the snapshot changes from April to May 2026. Testing moves Split to Rising; Design Systems moves Steady to Rising; Design Systems Developer becomes the top match at 74%; the roadmap pulls in a testing milestone.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of the 13 views, phone and desktop. Every screen carries the Sample Data label. The build is live on Replit; the Cloudflare Worker is the production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MyMahir maps roles and skills but has no score, time, scenario or SDG tag. LinkedIn scores similarity but no trend or plan. The closest winners explain a score; neither shows more than one future or Malaysian data. Our claim is the mechanism: dated signal, fixed rules, timed plan, public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4.4 is the official text. Baseline is 39.8% with above-basic digital skills in all five areas and 19.6% who wrote code, from DOSM via the UN SDG API. Our KPI is the sourced-roadmap rate: 100% of 20 seeded profiles in under three minutes with zero uncited recommendations. We do not claim lives saved or jobs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Cloudflare Worker serves the app and API. The browser recomputes verdicts from committed snapshots; no model call in the loop. Neon holds the anonymous national view with a k of 10. Claude explains, ElevenLabs speaks, RunPod built the batch, Replit is the sponsor proof. If Claude is overloaded, cached answers or a fixed template; the verdict never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want the hardest question, not a compliment. Who buys first, which proof is credible, and what would make you not fund this. The live demo and source code are on the QR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 Team Inform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 The Pro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 The Us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 The Solu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 How It Wor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 Live Dem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 The Prototyp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 Innov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 Impa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 Technical Approa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 What We Want From You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Kotak pitch deck — Team T010NG</dc:title>
  <dc:subject>SDC Hack 2026, Domain 1, SDG 4.4</dc:subject>
  <dc:creator>Team T010NG</dc:creator>
  <cp:keywords/>
  <dc:description>Image-based export of the HTML deck. Source: pitch-deck.html.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